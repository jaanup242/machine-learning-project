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73876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84603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01028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17856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8/6/2026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28353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195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354843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45422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64263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74728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689494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3845271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826771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579906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666641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743139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71603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8/6/2026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70068804"/>
      </p:ext>
    </p:extLst>
  </p:cSld>
  <p:clrMap bg1="dk1" tx1="lt1" bg2="dk2" tx2="lt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217295" y="946280"/>
            <a:ext cx="9544050" cy="1077218"/>
          </a:xfrm>
          <a:prstGeom prst="rect">
            <a:avLst/>
          </a:prstGeom>
          <a:noFill/>
        </p:spPr>
        <p:txBody>
          <a:bodyPr wrap="square">
            <a:spAutoFit/>
          </a:bodyPr>
          <a:lstStyle/>
          <a:p>
            <a:pPr algn="ctr">
              <a:defRPr sz="2200" b="1"/>
            </a:pPr>
            <a:r>
              <a:rPr sz="3200" dirty="0"/>
              <a:t>Water Quality Classification Using Support Vector Machine (SVM) and Random Forest</a:t>
            </a:r>
          </a:p>
        </p:txBody>
      </p:sp>
      <p:sp>
        <p:nvSpPr>
          <p:cNvPr id="5" name="TextBox 4"/>
          <p:cNvSpPr txBox="1"/>
          <p:nvPr/>
        </p:nvSpPr>
        <p:spPr>
          <a:xfrm>
            <a:off x="1916430" y="2190988"/>
            <a:ext cx="8351520" cy="461665"/>
          </a:xfrm>
          <a:prstGeom prst="rect">
            <a:avLst/>
          </a:prstGeom>
          <a:noFill/>
        </p:spPr>
        <p:txBody>
          <a:bodyPr wrap="square">
            <a:spAutoFit/>
          </a:bodyPr>
          <a:lstStyle/>
          <a:p>
            <a:pPr algn="ctr">
              <a:defRPr sz="1800" b="1"/>
            </a:pPr>
            <a:r>
              <a:rPr sz="2400" dirty="0"/>
              <a:t>MACHINE LEARNING (25SC2107E)</a:t>
            </a:r>
          </a:p>
        </p:txBody>
      </p:sp>
      <p:sp>
        <p:nvSpPr>
          <p:cNvPr id="6" name="TextBox 5"/>
          <p:cNvSpPr txBox="1"/>
          <p:nvPr/>
        </p:nvSpPr>
        <p:spPr>
          <a:xfrm>
            <a:off x="731520" y="2560320"/>
            <a:ext cx="10789920" cy="274320"/>
          </a:xfrm>
          <a:prstGeom prst="rect">
            <a:avLst/>
          </a:prstGeom>
          <a:noFill/>
        </p:spPr>
        <p:txBody>
          <a:bodyPr wrap="none">
            <a:spAutoFit/>
          </a:bodyPr>
          <a:lstStyle/>
          <a:p>
            <a:pPr algn="ctr">
              <a:defRPr sz="1600" b="0"/>
            </a:pPr>
            <a:r>
              <a:t>A.Y. 2026–2027</a:t>
            </a:r>
          </a:p>
        </p:txBody>
      </p:sp>
      <p:sp>
        <p:nvSpPr>
          <p:cNvPr id="7" name="TextBox 6"/>
          <p:cNvSpPr txBox="1"/>
          <p:nvPr/>
        </p:nvSpPr>
        <p:spPr>
          <a:xfrm>
            <a:off x="853440" y="3474720"/>
            <a:ext cx="3853940" cy="2062103"/>
          </a:xfrm>
          <a:prstGeom prst="rect">
            <a:avLst/>
          </a:prstGeom>
          <a:noFill/>
        </p:spPr>
        <p:txBody>
          <a:bodyPr wrap="none">
            <a:spAutoFit/>
          </a:bodyPr>
          <a:lstStyle/>
          <a:p>
            <a:pPr algn="l">
              <a:defRPr sz="1600" b="0"/>
            </a:pPr>
            <a:r>
              <a:rPr dirty="0"/>
              <a:t>Submitted by</a:t>
            </a:r>
            <a:br>
              <a:rPr dirty="0"/>
            </a:br>
            <a:br>
              <a:rPr dirty="0"/>
            </a:br>
            <a:r>
              <a:rPr dirty="0"/>
              <a:t>Monisha Raghini Chelle (2520030537)</a:t>
            </a:r>
            <a:br>
              <a:rPr dirty="0"/>
            </a:br>
            <a:r>
              <a:rPr dirty="0"/>
              <a:t>Parvathaneni Jaahnavi (2520030441)</a:t>
            </a:r>
            <a:br>
              <a:rPr dirty="0"/>
            </a:br>
            <a:r>
              <a:rPr dirty="0"/>
              <a:t>Shaik </a:t>
            </a:r>
            <a:r>
              <a:rPr dirty="0" err="1"/>
              <a:t>Juneeth</a:t>
            </a:r>
            <a:r>
              <a:rPr dirty="0"/>
              <a:t> (2520030435)</a:t>
            </a:r>
            <a:br>
              <a:rPr dirty="0"/>
            </a:br>
            <a:br>
              <a:rPr dirty="0"/>
            </a:br>
            <a:r>
              <a:rPr dirty="0"/>
              <a:t>Team Number: 14</a:t>
            </a:r>
            <a:br>
              <a:rPr dirty="0"/>
            </a:br>
            <a:r>
              <a:rPr dirty="0"/>
              <a:t>Section: 6</a:t>
            </a:r>
          </a:p>
        </p:txBody>
      </p:sp>
      <p:sp>
        <p:nvSpPr>
          <p:cNvPr id="8" name="TextBox 7"/>
          <p:cNvSpPr txBox="1"/>
          <p:nvPr/>
        </p:nvSpPr>
        <p:spPr>
          <a:xfrm>
            <a:off x="6766560" y="3900040"/>
            <a:ext cx="2451312" cy="1323439"/>
          </a:xfrm>
          <a:prstGeom prst="rect">
            <a:avLst/>
          </a:prstGeom>
          <a:noFill/>
        </p:spPr>
        <p:txBody>
          <a:bodyPr wrap="none">
            <a:spAutoFit/>
          </a:bodyPr>
          <a:lstStyle/>
          <a:p>
            <a:pPr algn="l">
              <a:defRPr sz="1600" b="0"/>
            </a:pPr>
            <a:r>
              <a:rPr dirty="0"/>
              <a:t>Under the guidance of</a:t>
            </a:r>
            <a:br>
              <a:rPr dirty="0"/>
            </a:br>
            <a:br>
              <a:rPr dirty="0"/>
            </a:br>
            <a:r>
              <a:rPr dirty="0"/>
              <a:t>Ravindra Gaddam</a:t>
            </a:r>
            <a:br>
              <a:rPr dirty="0"/>
            </a:br>
            <a:r>
              <a:rPr dirty="0"/>
              <a:t>Professor,</a:t>
            </a:r>
            <a:br>
              <a:rPr dirty="0"/>
            </a:br>
            <a:r>
              <a:rPr dirty="0"/>
              <a:t>Department of CSE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2637260" cy="707886"/>
          </a:xfrm>
          <a:prstGeom prst="rect">
            <a:avLst/>
          </a:prstGeom>
          <a:noFill/>
        </p:spPr>
        <p:txBody>
          <a:bodyPr wrap="none">
            <a:spAutoFit/>
          </a:bodyPr>
          <a:lstStyle/>
          <a:p>
            <a:pPr algn="l">
              <a:defRPr sz="2600" b="1"/>
            </a:pPr>
            <a:r>
              <a:rPr sz="4000" dirty="0"/>
              <a:t>ABSTRACT</a:t>
            </a:r>
          </a:p>
        </p:txBody>
      </p:sp>
      <p:sp>
        <p:nvSpPr>
          <p:cNvPr id="3" name="TextBox 2"/>
          <p:cNvSpPr txBox="1"/>
          <p:nvPr/>
        </p:nvSpPr>
        <p:spPr>
          <a:xfrm>
            <a:off x="566928" y="1536174"/>
            <a:ext cx="10863072" cy="3785652"/>
          </a:xfrm>
          <a:prstGeom prst="rect">
            <a:avLst/>
          </a:prstGeom>
          <a:noFill/>
        </p:spPr>
        <p:txBody>
          <a:bodyPr wrap="square">
            <a:spAutoFit/>
          </a:bodyPr>
          <a:lstStyle/>
          <a:p>
            <a:pPr algn="l">
              <a:defRPr sz="1800" b="0"/>
            </a:pPr>
            <a:r>
              <a:rPr sz="2000" dirty="0"/>
              <a:t>Water quality is important for human health and the environment. This project aims to classify water samples as safe (potable) or unsafe (non-potable) using Machine Learning. The system uses water quality parameters such as pH, Hardness, Total Dissolved Solids (TDS), Chloramines, Sulfate, Conductivity, Organic Carbon, Trihalomethanes, and Turbidity to make predictions. The dataset is cleaned and prepared before training the models. Two supervised learning algorithms, Support Vector Machine (SVM) and Random Forest, are trained and compared to find the better-performing model. Their performance is measured using Accuracy, Precision, Recall, F1-Score, and Confusion Matrix. The system also provides a Water Quality Score, Prediction Confidence, and basic recommendations based on the prediction. This project provides a simple, fast, and reliable way to check water quality using machine learning</a:t>
            </a:r>
            <a:r>
              <a:rPr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65517" y="2523744"/>
            <a:ext cx="5336718" cy="1200329"/>
          </a:xfrm>
          <a:prstGeom prst="rect">
            <a:avLst/>
          </a:prstGeom>
          <a:noFill/>
        </p:spPr>
        <p:txBody>
          <a:bodyPr wrap="none">
            <a:spAutoFit/>
          </a:bodyPr>
          <a:lstStyle/>
          <a:p>
            <a:pPr algn="ctr">
              <a:defRPr sz="3000" b="1"/>
            </a:pPr>
            <a:r>
              <a:rPr sz="7200" dirty="0"/>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1478</TotalTime>
  <Words>232</Words>
  <Application>Microsoft Office PowerPoint</Application>
  <PresentationFormat>Widescreen</PresentationFormat>
  <Paragraphs>8</Paragraphs>
  <Slides>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Century Gothic</vt:lpstr>
      <vt:lpstr>Wingdings 3</vt:lpstr>
      <vt:lpstr>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jaahnavi</dc:creator>
  <cp:keywords/>
  <dc:description>generated using python-pptx</dc:description>
  <cp:lastModifiedBy>Jaahnavi Parvathaneni</cp:lastModifiedBy>
  <cp:revision>5</cp:revision>
  <dcterms:created xsi:type="dcterms:W3CDTF">2013-01-27T09:14:16Z</dcterms:created>
  <dcterms:modified xsi:type="dcterms:W3CDTF">2026-08-07T06:31:09Z</dcterms:modified>
  <cp:category/>
</cp:coreProperties>
</file>